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8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ad performance across platforms, objectives and audiences — from 10,000 campaign records.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3840480" cy="0"/>
          </a:xfrm>
          <a:prstGeom prst="line">
            <a:avLst/>
          </a:prstGeom>
          <a:noFill/>
          <a:ln w="12700">
            <a:solidFill>
              <a:srgbClr val="2341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 Thombare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5532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2324A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55321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2324A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5532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55321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2324A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5532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Scope &amp; Preparation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12324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892808"/>
            <a:ext cx="502920" cy="502920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963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open dataset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0632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10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ad campaign records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301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77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columns collected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97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IN SCOPE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43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Ads, Facebook, Instagram, LinkedIn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1232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892808"/>
            <a:ext cx="502920" cy="50292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Prep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29400" y="2670048"/>
            <a:ext cx="91440" cy="9144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25420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data quality in Excel and resolved missing values.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3447288"/>
            <a:ext cx="91440" cy="9144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3192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TikTok &amp; Twitter to focus analysis on 4 core platforms.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29400" y="4224528"/>
            <a:ext cx="91440" cy="9144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40965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calculated metrics — CTR, Conversion Rate, CPA, ROAS.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WORKFLOW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5577840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0F2B40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577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 </a:t>
            </a:r>
            <a:r>
              <a:rPr lang="en-US" sz="12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55778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480560" y="5577840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0F2B40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5577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 </a:t>
            </a:r>
            <a:r>
              <a:rPr lang="en-US" sz="12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55778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38160" y="5577840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0F2B40"/>
          </a:solidFill>
          <a:ln w="12700">
            <a:solidFill>
              <a:srgbClr val="234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38160" y="5577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 </a:t>
            </a:r>
            <a:r>
              <a:rPr lang="en-US" sz="12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E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 CAMPAIGN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OBJECTIVE, QUESTIONS &amp;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Measure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2324A"/>
          </a:solidFill>
          <a:ln w="15875">
            <a:solidFill>
              <a:srgbClr val="1FA8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63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ad campaigns perform across platforms, objectives and purchase intent.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52928"/>
            <a:ext cx="329184" cy="32918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79806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advertising platforms deliver the best overall performance?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329184" cy="32918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419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campaign objectives drive higher conversions &amp; profitability?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96512"/>
            <a:ext cx="329184" cy="32918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0416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purchase intent affect campaign performance?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718304"/>
            <a:ext cx="329184" cy="32918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18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663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factors distinguish profitable from loss-making campaigns?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340096"/>
            <a:ext cx="329184" cy="32918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52852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ad format, timing &amp; ad spend impact conversions and returns?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852928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1232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</a:t>
            </a:r>
            <a:r>
              <a:rPr lang="en-US" sz="10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(Click Through Rate)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÷ Impressions × 100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who clicked after seeing the 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52560" y="2852928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1232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8116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</a:t>
            </a:r>
            <a:r>
              <a:rPr lang="en-US" sz="10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(Cost Per Action)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÷ Clicks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to acquire one customer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4453128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1232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</a:t>
            </a:r>
            <a:r>
              <a:rPr lang="en-US" sz="10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(Return On Ad Spend)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÷ Ad Spend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5303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earned per $1 spent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52560" y="4453128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1232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8116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Conv. Rate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 ÷ Clicks × 100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5303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clicks that converted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E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 CAMPAIGN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DASHBOARD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Performance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KPIs: Campaigns · Ad Spend · Revenue · 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30552"/>
            <a:ext cx="384048" cy="384048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122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by Platform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0391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10.39x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leads all platforms with the highest ROAS.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130552"/>
            <a:ext cx="384048" cy="384048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1122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by Objective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20391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7.32x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97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 objective tops the field — 5.57% conv. rate, 7.32x ROAS, $68.87M profit.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279392"/>
            <a:ext cx="384048" cy="384048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26110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Profitability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187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7.47x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campaigns run the lowest CPA ($59.60) and highest ROAS.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4279392"/>
            <a:ext cx="384048" cy="384048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26110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by Purchase Intent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4187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11.06x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purchase intent scores drive sharply better outcomes.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E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 CAMPAIGN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DASHBOARD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Patterns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KPIs: CTR · Conversion Rate · CPA · ROAS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30552"/>
            <a:ext cx="384048" cy="38404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939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Conv. Rate by Platform &amp; Hour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vary by platform: Facebook 12PM (5.49%), Google Ads 4AM (6.62%), Instagram 1AM (6.60%), LinkedIn 9AM (6.82%).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30552"/>
            <a:ext cx="384048" cy="38404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0939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by Hour of Day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7919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PM (hour 19) is the single best-performing hour, returning 7.71x ROAS.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279392"/>
            <a:ext cx="384048" cy="38404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42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vs Profit by Platform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2803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leads overall — $18.01M spend generating $79.84M in profit.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279392"/>
            <a:ext cx="384048" cy="38404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42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Format Performance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82803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format outperforms all others, reaching the highest CTR at 3.06%.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E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 CAMPAIGN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KEY FINDINGS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420624" cy="42062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7276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delivers the strongest platform ROAS at 10.39x.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350008"/>
            <a:ext cx="420624" cy="420624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22576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built around the Conversions objective are most profitable — 7.32x ROAS and $68.87M in profit.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099816"/>
            <a:ext cx="420624" cy="42062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72384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purchase intent strongly predicts better returns, reaching up to 11.06x ROAS.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420624" cy="420624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221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generates the highest overall profit ($79.84M) relative to its ad spend.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599432"/>
            <a:ext cx="420624" cy="420624"/>
          </a:xfrm>
          <a:prstGeom prst="ellipse">
            <a:avLst/>
          </a:prstGeom>
          <a:solidFill>
            <a:srgbClr val="1FA8A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57200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creatives and the 7 PM hour are the strongest-performing format and timing combination.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5440680"/>
            <a:ext cx="10515600" cy="0"/>
          </a:xfrm>
          <a:prstGeom prst="line">
            <a:avLst/>
          </a:prstGeom>
          <a:noFill/>
          <a:ln w="12700">
            <a:solidFill>
              <a:srgbClr val="2341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69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245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 Thombare  |  Built with Excel, SQL &amp; Tableau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586</Words>
  <Application>Microsoft Office PowerPoint</Application>
  <PresentationFormat>Widescreen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Thombare</cp:lastModifiedBy>
  <cp:revision>7</cp:revision>
  <dcterms:created xsi:type="dcterms:W3CDTF">2026-09-30T16:50:42Z</dcterms:created>
  <dcterms:modified xsi:type="dcterms:W3CDTF">2026-10-06T13:04:53Z</dcterms:modified>
</cp:coreProperties>
</file>